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Aplicação de mensagens em tempo real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Comunicação rápida e simples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PING - chat moderno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Tecnologias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C#, SignalR, SQLite, Web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Funcionalidades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Login, Chat, Tempo real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Railway / Render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Obrigado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Projeto académico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